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Voice Based Notice 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Hardware Project Presentation</a:t>
            </a:r>
          </a:p>
          <a:p>
            <a:r>
              <a:t>Prahul Sanjay 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smart notice board controlled using voice commands</a:t>
            </a:r>
          </a:p>
          <a:p>
            <a:r>
              <a:t>• Converts speech into text</a:t>
            </a:r>
          </a:p>
          <a:p>
            <a:r>
              <a:t>• Displays notices digitally</a:t>
            </a:r>
          </a:p>
          <a:p>
            <a:r>
              <a:t>• Reduces manual effort and paper usage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 develop a smart digital notice system</a:t>
            </a:r>
          </a:p>
          <a:p>
            <a:r>
              <a:t>• To implement voice recognition technology</a:t>
            </a:r>
          </a:p>
          <a:p>
            <a:r>
              <a:t>• To display real-time announcements</a:t>
            </a:r>
          </a:p>
          <a:p>
            <a:r>
              <a:t>• To make notice management easier and faster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ESP32 / Arduino</a:t>
            </a:r>
          </a:p>
          <a:p>
            <a:r>
              <a:t>• Microphone Module</a:t>
            </a:r>
          </a:p>
          <a:p>
            <a:r>
              <a:t>• 16x2 LCD / LED Display</a:t>
            </a:r>
          </a:p>
          <a:p>
            <a:r>
              <a:t>• WiFi / Bluetooth Module</a:t>
            </a:r>
          </a:p>
          <a:p>
            <a:r>
              <a:t>• Power Supply</a:t>
            </a:r>
          </a:p>
          <a:p>
            <a:r>
              <a:t>• Jumper Wires &amp; Breadboard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gives voice input</a:t>
            </a:r>
          </a:p>
          <a:p>
            <a:r>
              <a:t>2. Microphone captures audio signal</a:t>
            </a:r>
          </a:p>
          <a:p>
            <a:r>
              <a:t>3. Microcontroller processes or sends to API</a:t>
            </a:r>
          </a:p>
          <a:p>
            <a:r>
              <a:t>4. Speech converted to text</a:t>
            </a:r>
          </a:p>
          <a:p>
            <a:r>
              <a:t>5. Notice displayed on screen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Voice Input → Microphone → Microcontroller → Internet/API → Display 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Paperless system</a:t>
            </a:r>
          </a:p>
          <a:p>
            <a:r>
              <a:t>• Quick updates</a:t>
            </a:r>
          </a:p>
          <a:p>
            <a:r>
              <a:t>• Easy to operate</a:t>
            </a:r>
          </a:p>
          <a:p>
            <a:r>
              <a:t>• Suitable for schools, offices, hospitals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Educational Institutions</a:t>
            </a:r>
          </a:p>
          <a:p>
            <a:r>
              <a:t>• Railway Stations</a:t>
            </a:r>
          </a:p>
          <a:p>
            <a:r>
              <a:t>• Hospitals</a:t>
            </a:r>
          </a:p>
          <a:p>
            <a:r>
              <a:t>• Corporate Offices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Voice Based Notice Board is an innovative solution</a:t>
            </a:r>
          </a:p>
          <a:p>
            <a:r>
              <a:t>that automates notice publishing using voice commands.</a:t>
            </a:r>
          </a:p>
          <a:p>
            <a:r>
              <a:t>It improves efficiency and modernizes communication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